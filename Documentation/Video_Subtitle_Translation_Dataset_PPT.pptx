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Large-scale Video Subtitle Translation Dataset for Multimodal Machine Translation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Dataset, Challenges,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Multimodal Machine Translation (MMT) involves translating subtitles using audio, video, and text data.</a:t>
            </a:r>
          </a:p>
          <a:p>
            <a:r>
              <a:t>• This dataset aims to improve automatic subtitle translation accuracy.</a:t>
            </a:r>
          </a:p>
          <a:p>
            <a:r>
              <a:t>• Crucial for applications like media localization and accessibility.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Large-scale dataset with multilingual subtitles aligned with video frames.</a:t>
            </a:r>
          </a:p>
          <a:p>
            <a:r>
              <a:t>• Includes speech, video, and textual annotations.</a:t>
            </a:r>
          </a:p>
          <a:p>
            <a:r>
              <a:t>• Covers various genres and languages for robust translation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MMT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Synchronizing subtitles with audio and video.</a:t>
            </a:r>
          </a:p>
          <a:p>
            <a:r>
              <a:t>• Handling diverse linguistic structures and idioms.</a:t>
            </a:r>
          </a:p>
          <a:p>
            <a:r>
              <a:t>• Managing noisy and incomplete subtitle data.</a:t>
            </a:r>
          </a:p>
          <a:p>
            <a:r>
              <a:t>• Ensuring high-quality translations across multiple languages.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preprocessing: aligning subtitles with frames and speech.</a:t>
            </a:r>
          </a:p>
          <a:p>
            <a:r>
              <a:t>• Multimodal model training with text, audio, and visual cues.</a:t>
            </a:r>
          </a:p>
          <a:p>
            <a:r>
              <a:t>• Evaluation using BLEU, METEOR, and human assessment.</a:t>
            </a:r>
          </a:p>
          <a:p>
            <a:r>
              <a:t>• Fine-tuning on low-resource language pairs.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Automatic video subtitle translation for streaming platforms.</a:t>
            </a:r>
          </a:p>
          <a:p>
            <a:r>
              <a:t>• Enhancing accessibility for hearing-impaired audiences.</a:t>
            </a:r>
          </a:p>
          <a:p>
            <a:r>
              <a:t>• Improving human-in-the-loop translation workflows.</a:t>
            </a:r>
          </a:p>
          <a:p>
            <a:r>
              <a:t>• Training AI models for cross-lingual video understanding.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large-scale multimodal dataset is crucial for improving subtitle translation.</a:t>
            </a:r>
          </a:p>
          <a:p>
            <a:r>
              <a:t>• Challenges include synchronization, linguistic diversity, and quality control.</a:t>
            </a:r>
          </a:p>
          <a:p>
            <a:r>
              <a:t>• Advances in AI and deep learning continue to enhance translation performance.</a:t>
            </a:r>
          </a:p>
          <a:p>
            <a:r>
              <a:t>• Future work includes expanding language support and refining multimodal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